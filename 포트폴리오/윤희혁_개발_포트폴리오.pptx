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윤희혁 | Backend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개발 포트폴리오</a:t>
            </a:r>
          </a:p>
          <a:p>
            <a:pPr>
              <a:spcAft>
                <a:spcPts val="1300"/>
              </a:spcAft>
              <a:defRPr sz="2100"/>
            </a:pPr>
            <a:r>
              <a:t>• Spring Boot · REST API · PostgreSQL · LLM ·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About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Java와 Spring Boot 기반 백엔드 개발 경험</a:t>
            </a:r>
          </a:p>
          <a:p>
            <a:pPr>
              <a:spcAft>
                <a:spcPts val="1300"/>
              </a:spcAft>
              <a:defRPr sz="2100"/>
            </a:pPr>
            <a:r>
              <a:t>• REST API 및 데이터베이스 설계·연동 경험</a:t>
            </a:r>
          </a:p>
          <a:p>
            <a:pPr>
              <a:spcAft>
                <a:spcPts val="1300"/>
              </a:spcAft>
              <a:defRPr sz="2100"/>
            </a:pPr>
            <a:r>
              <a:t>• LLM, RAG, Ollama 등을 활용한 AI 서비스 개발 경험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Backend: Java, Spring Boot, Node.js, REST API</a:t>
            </a:r>
          </a:p>
          <a:p>
            <a:pPr>
              <a:spcAft>
                <a:spcPts val="1300"/>
              </a:spcAft>
              <a:defRPr sz="2100"/>
            </a:pPr>
            <a:r>
              <a:t>• Database: PostgreSQL, Oracle, MySQL</a:t>
            </a:r>
          </a:p>
          <a:p>
            <a:pPr>
              <a:spcAft>
                <a:spcPts val="1300"/>
              </a:spcAft>
              <a:defRPr sz="2100"/>
            </a:pPr>
            <a:r>
              <a:t>• AI/ML: LLM, RAG, Ollama, TensorFlow, YOLOv8</a:t>
            </a:r>
          </a:p>
          <a:p>
            <a:pPr>
              <a:spcAft>
                <a:spcPts val="1300"/>
              </a:spcAft>
              <a:defRPr sz="2100"/>
            </a:pPr>
            <a:r>
              <a:t>• Frontend: HTML, CSS, JavaScript, React</a:t>
            </a:r>
          </a:p>
          <a:p>
            <a:pPr>
              <a:spcAft>
                <a:spcPts val="1300"/>
              </a:spcAft>
              <a:defRPr sz="2100"/>
            </a:pPr>
            <a:r>
              <a:t>• Tools: Git/GitHub, SVN, Maven,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01. 해외 배송 관리 웹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팀 프로젝트 | 2025.06 ~ 2025.10</a:t>
            </a:r>
          </a:p>
          <a:p>
            <a:pPr>
              <a:spcAft>
                <a:spcPts val="1300"/>
              </a:spcAft>
              <a:defRPr sz="2100"/>
            </a:pPr>
            <a:r>
              <a:t>• 삼성전자 로지텍 해외 배송 업무 관리 웹 서비스</a:t>
            </a:r>
          </a:p>
          <a:p>
            <a:pPr>
              <a:spcAft>
                <a:spcPts val="1300"/>
              </a:spcAft>
              <a:defRPr sz="2100"/>
            </a:pPr>
            <a:r>
              <a:t>• 담당: 배송 상태, 취소/승인, 배송 자재, 게시판, REST API</a:t>
            </a:r>
          </a:p>
          <a:p>
            <a:pPr>
              <a:spcAft>
                <a:spcPts val="1300"/>
              </a:spcAft>
              <a:defRPr sz="2100"/>
            </a:pPr>
            <a:r>
              <a:t>• Java · Spring Boot · PostgreSQL · SVN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01. 주요 경험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Spring Boot 기반 REST API 개발</a:t>
            </a:r>
          </a:p>
          <a:p>
            <a:pPr>
              <a:spcAft>
                <a:spcPts val="1300"/>
              </a:spcAft>
              <a:defRPr sz="2100"/>
            </a:pPr>
            <a:r>
              <a:t>• PostgreSQL 데이터 모델링 및 연동</a:t>
            </a:r>
          </a:p>
          <a:p>
            <a:pPr>
              <a:spcAft>
                <a:spcPts val="1300"/>
              </a:spcAft>
              <a:defRPr sz="2100"/>
            </a:pPr>
            <a:r>
              <a:t>• 실제 업무에서 사용되는 서비스 개발 참여</a:t>
            </a:r>
          </a:p>
          <a:p>
            <a:pPr>
              <a:spcAft>
                <a:spcPts val="1300"/>
              </a:spcAft>
              <a:defRPr sz="2100"/>
            </a:pPr>
            <a:r>
              <a:t>• 배송 및 자재 데이터를 관리하는 백엔드 기능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02. 광주대학교 캠퍼스 가이드 AI - GuBot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팀 프로젝트 | 2024.11 ~ 2025.06</a:t>
            </a:r>
          </a:p>
          <a:p>
            <a:pPr>
              <a:spcAft>
                <a:spcPts val="1300"/>
              </a:spcAft>
              <a:defRPr sz="2100"/>
            </a:pPr>
            <a:r>
              <a:t>• 광주대학교 학생을 위한 AI 기반 캠퍼스 도우미</a:t>
            </a:r>
          </a:p>
          <a:p>
            <a:pPr>
              <a:spcAft>
                <a:spcPts val="1300"/>
              </a:spcAft>
              <a:defRPr sz="2100"/>
            </a:pPr>
            <a:r>
              <a:t>• 담당: API 연동, 데이터 통신, 기능 구현, 서버 관리 지원</a:t>
            </a:r>
          </a:p>
          <a:p>
            <a:pPr>
              <a:spcAft>
                <a:spcPts val="1300"/>
              </a:spcAft>
              <a:defRPr sz="2100"/>
            </a:pPr>
            <a:r>
              <a:t>• Spring Boot · React · Python · LLM · Hugging 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02. GuBot 주요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학교 관련 정보 질의응답</a:t>
            </a:r>
          </a:p>
          <a:p>
            <a:pPr>
              <a:spcAft>
                <a:spcPts val="1300"/>
              </a:spcAft>
              <a:defRPr sz="2100"/>
            </a:pPr>
            <a:r>
              <a:t>• AI 기반 정보 제공</a:t>
            </a:r>
          </a:p>
          <a:p>
            <a:pPr>
              <a:spcAft>
                <a:spcPts val="1300"/>
              </a:spcAft>
              <a:defRPr sz="2100"/>
            </a:pPr>
            <a:r>
              <a:t>• 학점 계산 기능</a:t>
            </a:r>
          </a:p>
          <a:p>
            <a:pPr>
              <a:spcAft>
                <a:spcPts val="1300"/>
              </a:spcAft>
              <a:defRPr sz="2100"/>
            </a:pPr>
            <a:r>
              <a:t>• 학교 생활 편의 기능</a:t>
            </a:r>
          </a:p>
          <a:p>
            <a:pPr>
              <a:spcAft>
                <a:spcPts val="1300"/>
              </a:spcAft>
              <a:defRPr sz="2100"/>
            </a:pPr>
            <a:r>
              <a:t>• AI 모델과 웹 서비스 사이의 데이터 흐름 경험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03. Discord Movie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개인 프로젝트 | 2026.08 ~ 진행 중</a:t>
            </a:r>
          </a:p>
          <a:p>
            <a:pPr>
              <a:spcAft>
                <a:spcPts val="1300"/>
              </a:spcAft>
              <a:defRPr sz="2100"/>
            </a:pPr>
            <a:r>
              <a:t>• 영화 질문에 답변하는 Discord AI Bot</a:t>
            </a:r>
          </a:p>
          <a:p>
            <a:pPr>
              <a:spcAft>
                <a:spcPts val="1300"/>
              </a:spcAft>
              <a:defRPr sz="2100"/>
            </a:pPr>
            <a:r>
              <a:t>• JDA → Spring Boot → TMDB / RAG → Ollama → LLM</a:t>
            </a:r>
          </a:p>
          <a:p>
            <a:pPr>
              <a:spcAft>
                <a:spcPts val="1300"/>
              </a:spcAft>
              <a:defRPr sz="2100"/>
            </a:pPr>
            <a:r>
              <a:t>• Java · Spring Boot · JDA · Ollama · RAG · Vector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03. Movie Bot 주요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/>
            </a:pPr>
            <a:r>
              <a:t>• Discord 영화 질의응답</a:t>
            </a:r>
          </a:p>
          <a:p>
            <a:pPr>
              <a:spcAft>
                <a:spcPts val="1300"/>
              </a:spcAft>
              <a:defRPr sz="1800"/>
            </a:pPr>
            <a:r>
              <a:t>• TMDB API 영화 정보 검색</a:t>
            </a:r>
          </a:p>
          <a:p>
            <a:pPr>
              <a:spcAft>
                <a:spcPts val="1300"/>
              </a:spcAft>
              <a:defRPr sz="1800"/>
            </a:pPr>
            <a:r>
              <a:t>• 영화 문서 Vector Store 저장 및 검색</a:t>
            </a:r>
          </a:p>
          <a:p>
            <a:pPr>
              <a:spcAft>
                <a:spcPts val="1300"/>
              </a:spcAft>
              <a:defRPr sz="1800"/>
            </a:pPr>
            <a:r>
              <a:t>• RAG 기반 관련 문서 검색</a:t>
            </a:r>
          </a:p>
          <a:p>
            <a:pPr>
              <a:spcAft>
                <a:spcPts val="1300"/>
              </a:spcAft>
              <a:defRPr sz="1800"/>
            </a:pPr>
            <a:r>
              <a:t>• Ollama 기반 로컬 LLM 연동</a:t>
            </a:r>
          </a:p>
          <a:p>
            <a:pPr>
              <a:spcAft>
                <a:spcPts val="1300"/>
              </a:spcAft>
              <a:defRPr sz="1800"/>
            </a:pPr>
            <a:r>
              <a:t>• Spring Boot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03. Movie Bot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/>
            </a:pPr>
            <a:r>
              <a:t>• Discord</a:t>
            </a:r>
          </a:p>
          <a:p>
            <a:pPr algn="ctr">
              <a:spcAft>
                <a:spcPts val="1300"/>
              </a:spcAft>
              <a:defRPr sz="1800"/>
            </a:pPr>
            <a:r>
              <a:t>↓</a:t>
            </a:r>
          </a:p>
          <a:p>
            <a:pPr>
              <a:spcAft>
                <a:spcPts val="1300"/>
              </a:spcAft>
              <a:defRPr sz="1800"/>
            </a:pPr>
            <a:r>
              <a:t>• JDA</a:t>
            </a:r>
          </a:p>
          <a:p>
            <a:pPr algn="ctr">
              <a:spcAft>
                <a:spcPts val="1300"/>
              </a:spcAft>
              <a:defRPr sz="1800"/>
            </a:pPr>
            <a:r>
              <a:t>↓</a:t>
            </a:r>
          </a:p>
          <a:p>
            <a:pPr>
              <a:spcAft>
                <a:spcPts val="1300"/>
              </a:spcAft>
              <a:defRPr sz="1800"/>
            </a:pPr>
            <a:r>
              <a:t>• Spring Boot</a:t>
            </a:r>
          </a:p>
          <a:p>
            <a:pPr algn="ctr">
              <a:spcAft>
                <a:spcPts val="1300"/>
              </a:spcAft>
              <a:defRPr sz="1800"/>
            </a:pPr>
            <a:r>
              <a:t>↓</a:t>
            </a:r>
          </a:p>
          <a:p>
            <a:pPr>
              <a:spcAft>
                <a:spcPts val="1300"/>
              </a:spcAft>
              <a:defRPr sz="1800"/>
            </a:pPr>
            <a:r>
              <a:t>• TMDB API / RAG · Vector Store</a:t>
            </a:r>
          </a:p>
          <a:p>
            <a:pPr algn="ctr">
              <a:spcAft>
                <a:spcPts val="1300"/>
              </a:spcAft>
              <a:defRPr sz="1800"/>
            </a:pPr>
            <a:r>
              <a:t>↓</a:t>
            </a:r>
          </a:p>
          <a:p>
            <a:pPr>
              <a:spcAft>
                <a:spcPts val="1300"/>
              </a:spcAft>
              <a:defRPr sz="1800"/>
            </a:pPr>
            <a:r>
              <a:t>• Ollama ·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04. AI 건물 균열 검사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팀 프로젝트 | 2023.09 ~ 2023.11</a:t>
            </a:r>
          </a:p>
          <a:p>
            <a:pPr>
              <a:spcAft>
                <a:spcPts val="1300"/>
              </a:spcAft>
              <a:defRPr sz="2100"/>
            </a:pPr>
            <a:r>
              <a:t>• 건물 사진의 균열 종류를 분석하고 전문가 의견을 제공하는 웹 서비스</a:t>
            </a:r>
          </a:p>
          <a:p>
            <a:pPr>
              <a:spcAft>
                <a:spcPts val="1300"/>
              </a:spcAft>
              <a:defRPr sz="2100"/>
            </a:pPr>
            <a:r>
              <a:t>• 담당: Git 버전 관리, JavaScript 기능, 전문가/관리자 기능, 회원가입·로그인</a:t>
            </a:r>
          </a:p>
          <a:p>
            <a:pPr>
              <a:spcAft>
                <a:spcPts val="1300"/>
              </a:spcAft>
              <a:defRPr sz="2100"/>
            </a:pPr>
            <a:r>
              <a:t>• HTML · JavaScript · Node.js · TensorFlow · AWS</a:t>
            </a:r>
          </a:p>
          <a:p>
            <a:pPr>
              <a:spcAft>
                <a:spcPts val="1300"/>
              </a:spcAft>
              <a:defRPr sz="2100"/>
            </a:pPr>
            <a:r>
              <a:t>• 🏆 한전KDN 2023 빛가람 에너지밸리 소프트웨어 작품 경진대회 대상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05. 영화 정보 사이트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개인 프로젝트 → 팀 프로젝트 | 대학교 2~3학년</a:t>
            </a:r>
          </a:p>
          <a:p>
            <a:pPr>
              <a:spcAft>
                <a:spcPts val="1300"/>
              </a:spcAft>
              <a:defRPr sz="2100"/>
            </a:pPr>
            <a:r>
              <a:t>• 영화 정보 검색 및 사용자 기능을 제공하는 웹 사이트</a:t>
            </a:r>
          </a:p>
          <a:p>
            <a:pPr>
              <a:spcAft>
                <a:spcPts val="1300"/>
              </a:spcAft>
              <a:defRPr sz="2100"/>
            </a:pPr>
            <a:r>
              <a:t>• 담당: 웹 디자인, DB 설계, 추천, 검색, 좋아요, 댓글</a:t>
            </a:r>
          </a:p>
          <a:p>
            <a:pPr>
              <a:spcAft>
                <a:spcPts val="1300"/>
              </a:spcAft>
              <a:defRPr sz="2100"/>
            </a:pPr>
            <a:r>
              <a:t>• HTML · JavaScript · PHP · Oracle · Apache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05. 영화 정보 사이트 주요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영화 검색</a:t>
            </a:r>
          </a:p>
          <a:p>
            <a:pPr>
              <a:spcAft>
                <a:spcPts val="1300"/>
              </a:spcAft>
              <a:defRPr sz="2100"/>
            </a:pPr>
            <a:r>
              <a:t>• 영화 추천</a:t>
            </a:r>
          </a:p>
          <a:p>
            <a:pPr>
              <a:spcAft>
                <a:spcPts val="1300"/>
              </a:spcAft>
              <a:defRPr sz="2100"/>
            </a:pPr>
            <a:r>
              <a:t>• 좋아요</a:t>
            </a:r>
          </a:p>
          <a:p>
            <a:pPr>
              <a:spcAft>
                <a:spcPts val="1300"/>
              </a:spcAft>
              <a:defRPr sz="2100"/>
            </a:pPr>
            <a:r>
              <a:t>• 댓글 CRUD</a:t>
            </a:r>
          </a:p>
          <a:p>
            <a:pPr>
              <a:spcAft>
                <a:spcPts val="1300"/>
              </a:spcAft>
              <a:defRPr sz="2100"/>
            </a:pPr>
            <a:r>
              <a:t>• Oracle 데이터베이스 설계 및 PHP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06. YOLOv8 기반 교통 관리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팀 프로젝트</a:t>
            </a:r>
          </a:p>
          <a:p>
            <a:pPr>
              <a:spcAft>
                <a:spcPts val="1300"/>
              </a:spcAft>
              <a:defRPr sz="2100"/>
            </a:pPr>
            <a:r>
              <a:t>• 차량을 감지하여 교통량에 따라 신호를 자동 변경하는 시스템</a:t>
            </a:r>
          </a:p>
          <a:p>
            <a:pPr>
              <a:spcAft>
                <a:spcPts val="1300"/>
              </a:spcAft>
              <a:defRPr sz="2100"/>
            </a:pPr>
            <a:r>
              <a:t>• 담당: 객체 인식 기능, 객체 학습, 파일 관리</a:t>
            </a:r>
          </a:p>
          <a:p>
            <a:pPr>
              <a:spcAft>
                <a:spcPts val="1300"/>
              </a:spcAft>
              <a:defRPr sz="2100"/>
            </a:pPr>
            <a:r>
              <a:t>• Python · HTML · JavaScript · Node.js · YOLOv8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07. 빅데이터 범죄 발생 통계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개인 프로젝트</a:t>
            </a:r>
          </a:p>
          <a:p>
            <a:pPr>
              <a:spcAft>
                <a:spcPts val="1300"/>
              </a:spcAft>
              <a:defRPr sz="2100"/>
            </a:pPr>
            <a:r>
              <a:t>• 연간 범죄 데이터를 분석하여 지역별 범죄 분포를 지도에 시각화</a:t>
            </a:r>
          </a:p>
          <a:p>
            <a:pPr>
              <a:spcAft>
                <a:spcPts val="1300"/>
              </a:spcAft>
              <a:defRPr sz="2100"/>
            </a:pPr>
            <a:r>
              <a:t>• 담당: 데이터 수집·분석, 그래프 제작, WMS 지도 표시</a:t>
            </a:r>
          </a:p>
          <a:p>
            <a:pPr>
              <a:spcAft>
                <a:spcPts val="1300"/>
              </a:spcAft>
              <a:defRPr sz="2100"/>
            </a:pPr>
            <a:r>
              <a:t>• Python · Jupyter Notebook · WMS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Development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Backend: Spring Boot REST API, Node.js 서버, 외부 API 연동</a:t>
            </a:r>
          </a:p>
          <a:p>
            <a:pPr>
              <a:spcAft>
                <a:spcPts val="1300"/>
              </a:spcAft>
              <a:defRPr sz="2100"/>
            </a:pPr>
            <a:r>
              <a:t>• Database: PostgreSQL, Oracle, MySQL, SQL</a:t>
            </a:r>
          </a:p>
          <a:p>
            <a:pPr>
              <a:spcAft>
                <a:spcPts val="1300"/>
              </a:spcAft>
              <a:defRPr sz="2100"/>
            </a:pPr>
            <a:r>
              <a:t>• AI/LLM: TensorFlow, YOLOv8, Hugging Face, Ollama, RAG, Vector Store</a:t>
            </a:r>
          </a:p>
          <a:p>
            <a:pPr>
              <a:spcAft>
                <a:spcPts val="1300"/>
              </a:spcAft>
              <a:defRPr sz="2100"/>
            </a:pPr>
            <a:r>
              <a:t>• Collaboration: Git/GitHub, SVN, 팀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Currently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Spring Boot 기반 백엔드 개발 고도화</a:t>
            </a:r>
          </a:p>
          <a:p>
            <a:pPr>
              <a:spcAft>
                <a:spcPts val="1300"/>
              </a:spcAft>
              <a:defRPr sz="2100"/>
            </a:pPr>
            <a:r>
              <a:t>• LLM · RAG · Ollama · Vector Store</a:t>
            </a:r>
          </a:p>
          <a:p>
            <a:pPr>
              <a:spcAft>
                <a:spcPts val="1300"/>
              </a:spcAft>
              <a:defRPr sz="2100"/>
            </a:pPr>
            <a:r>
              <a:t>• AI 기술을 실제 서비스에 적용하는 방법</a:t>
            </a:r>
          </a:p>
          <a:p>
            <a:pPr>
              <a:spcAft>
                <a:spcPts val="1300"/>
              </a:spcAft>
              <a:defRPr sz="2100"/>
            </a:pPr>
            <a:r>
              <a:t>• 백엔드 역량과 AI 기술을 결합한 서비스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문제를 해결하기 위한 서비스를 개발하는 백엔드 개발자</a:t>
            </a:r>
          </a:p>
          <a:p>
            <a:pPr>
              <a:spcAft>
                <a:spcPts val="1300"/>
              </a:spcAft>
              <a:defRPr sz="2100"/>
            </a:pPr>
            <a:r>
              <a:t>• 윤희혁 (Huihyeok Yun)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